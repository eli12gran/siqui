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25196800" cy="36004500"/>
  <p:notesSz cx="6858000" cy="9144000"/>
  <p:embeddedFontLst>
    <p:embeddedFont>
      <p:font typeface="Open Sans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6" d="100"/>
          <a:sy n="16" d="100"/>
        </p:scale>
        <p:origin x="234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761F60-2973-4D2A-8A39-A7A895733DE4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349500" y="1143000"/>
            <a:ext cx="2159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730122-8D63-40E4-88CA-654197B41E8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56206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730122-8D63-40E4-88CA-654197B41E8A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17048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2979400" y="353752"/>
            <a:ext cx="5839506" cy="902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84"/>
              </a:lnSpc>
            </a:pPr>
            <a:r>
              <a:rPr lang="es-CO" sz="5345" b="1" noProof="0" dirty="0">
                <a:solidFill>
                  <a:srgbClr val="264E7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Título del trabajo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693400" y="1486562"/>
            <a:ext cx="9805666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 dirty="0">
                <a:solidFill>
                  <a:srgbClr val="264E7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Nombre</a:t>
            </a:r>
            <a:r>
              <a:rPr lang="en-US" sz="3600" b="1" baseline="30000" dirty="0">
                <a:solidFill>
                  <a:srgbClr val="264E7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</a:t>
            </a:r>
            <a:r>
              <a:rPr lang="en-US" sz="3600" b="1" dirty="0">
                <a:solidFill>
                  <a:srgbClr val="264E7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, Nombre</a:t>
            </a:r>
            <a:r>
              <a:rPr lang="en-US" sz="3600" b="1" baseline="30000" dirty="0">
                <a:solidFill>
                  <a:srgbClr val="264E7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  <a:r>
              <a:rPr lang="en-US" sz="3600" b="1" dirty="0">
                <a:solidFill>
                  <a:srgbClr val="264E7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, Nombre</a:t>
            </a:r>
            <a:r>
              <a:rPr lang="en-US" sz="3600" b="1" baseline="30000" dirty="0">
                <a:solidFill>
                  <a:srgbClr val="264E7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874000" y="2330344"/>
            <a:ext cx="17322800" cy="18824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040"/>
              </a:lnSpc>
            </a:pPr>
            <a:r>
              <a:rPr lang="es-CO" sz="3600" b="1" baseline="30000" noProof="0" dirty="0">
                <a:solidFill>
                  <a:srgbClr val="264E7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 </a:t>
            </a:r>
            <a:r>
              <a:rPr lang="es-CO" sz="3600" b="1" noProof="0" dirty="0">
                <a:solidFill>
                  <a:srgbClr val="264E7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Grupo de investigación, Universidad, País,</a:t>
            </a:r>
            <a:r>
              <a:rPr lang="es-CO" sz="3600" b="1" baseline="30000" noProof="0" dirty="0">
                <a:solidFill>
                  <a:srgbClr val="264E7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  <a:r>
              <a:rPr lang="es-CO" sz="3600" b="1" noProof="0" dirty="0">
                <a:solidFill>
                  <a:srgbClr val="264E7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Grupo de investigación, </a:t>
            </a:r>
          </a:p>
          <a:p>
            <a:pPr>
              <a:lnSpc>
                <a:spcPts val="5040"/>
              </a:lnSpc>
            </a:pPr>
            <a:r>
              <a:rPr lang="es-CO" sz="3600" b="1" noProof="0" dirty="0">
                <a:solidFill>
                  <a:srgbClr val="264E7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Universidad, País</a:t>
            </a:r>
          </a:p>
          <a:p>
            <a:pPr>
              <a:lnSpc>
                <a:spcPts val="5040"/>
              </a:lnSpc>
            </a:pPr>
            <a:r>
              <a:rPr lang="es-CO" sz="3600" b="1" baseline="30000" noProof="0" dirty="0">
                <a:solidFill>
                  <a:srgbClr val="264E7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  <a:r>
              <a:rPr lang="es-CO" sz="3600" b="1" noProof="0" dirty="0">
                <a:solidFill>
                  <a:srgbClr val="264E7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Grupo de investigación, Universidad, País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34</Words>
  <Application>Microsoft Office PowerPoint</Application>
  <PresentationFormat>Personalizado</PresentationFormat>
  <Paragraphs>6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Calibri</vt:lpstr>
      <vt:lpstr>Arial</vt:lpstr>
      <vt:lpstr>Open Sans Bold</vt:lpstr>
      <vt:lpstr>Aptos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poster CCPAOX</dc:title>
  <dc:creator>Valentina Ospina Montoya</dc:creator>
  <cp:lastModifiedBy>Valentina Ospina Montoya</cp:lastModifiedBy>
  <cp:revision>4</cp:revision>
  <dcterms:created xsi:type="dcterms:W3CDTF">2006-08-16T00:00:00Z</dcterms:created>
  <dcterms:modified xsi:type="dcterms:W3CDTF">2026-08-03T12:19:52Z</dcterms:modified>
  <dc:identifier>DAGjsBNZ16U</dc:identifier>
</cp:coreProperties>
</file>